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7" r:id="rId4"/>
    <p:sldMasterId id="214748373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  <p:embeddedFont>
      <p:font typeface="Source Serif 4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28" Type="http://schemas.openxmlformats.org/officeDocument/2006/relationships/font" Target="fonts/SourceSerif4-bold.fntdata"/><Relationship Id="rId27" Type="http://schemas.openxmlformats.org/officeDocument/2006/relationships/font" Target="fonts/SourceSerif4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Serif4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SourceSerif4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9f156f7ed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e9f156f7ed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9f156f7ed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e9f156f7ed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e9f156f7ed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e9f156f7ed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e9f156f7ed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e9f156f7ed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9f156f7ed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e9f156f7ed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e9f156f7ed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e9f156f7ed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e9f156f7ed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e9f156f7ed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e9f156f7ed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e9f156f7ed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2" name="Google Shape;362;p48"/>
          <p:cNvCxnSpPr/>
          <p:nvPr/>
        </p:nvCxnSpPr>
        <p:spPr>
          <a:xfrm>
            <a:off x="0" y="3618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8"/>
          <p:cNvSpPr/>
          <p:nvPr>
            <p:ph idx="2" type="pic"/>
          </p:nvPr>
        </p:nvSpPr>
        <p:spPr>
          <a:xfrm rot="-5400000">
            <a:off x="4689300" y="690800"/>
            <a:ext cx="3062700" cy="5855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364" name="Google Shape;364;p48"/>
          <p:cNvSpPr txBox="1"/>
          <p:nvPr>
            <p:ph type="title"/>
          </p:nvPr>
        </p:nvSpPr>
        <p:spPr>
          <a:xfrm>
            <a:off x="256050" y="331317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5" name="Google Shape;365;p48"/>
          <p:cNvSpPr txBox="1"/>
          <p:nvPr>
            <p:ph idx="3" type="title"/>
          </p:nvPr>
        </p:nvSpPr>
        <p:spPr>
          <a:xfrm>
            <a:off x="256050" y="380052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6" name="Google Shape;366;p48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7" name="Google Shape;367;p48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">
  <p:cSld name="BLANK_1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70" name="Google Shape;370;p4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71" name="Google Shape;371;p49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1_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6600"/>
            <a:ext cx="4572000" cy="5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body"/>
          </p:nvPr>
        </p:nvSpPr>
        <p:spPr>
          <a:xfrm>
            <a:off x="256025" y="15472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76" name="Google Shape;376;p50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7" name="Google Shape;377;p50"/>
          <p:cNvSpPr txBox="1"/>
          <p:nvPr>
            <p:ph idx="3" type="title"/>
          </p:nvPr>
        </p:nvSpPr>
        <p:spPr>
          <a:xfrm>
            <a:off x="6067500" y="4621154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78" name="Google Shape;378;p50"/>
          <p:cNvSpPr txBox="1"/>
          <p:nvPr>
            <p:ph idx="4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50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5">
    <p:bg>
      <p:bgPr>
        <a:solidFill>
          <a:schemeClr val="dk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2" name="Google Shape;382;p5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5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5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5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1"/>
          <p:cNvSpPr txBox="1"/>
          <p:nvPr>
            <p:ph idx="1" type="body"/>
          </p:nvPr>
        </p:nvSpPr>
        <p:spPr>
          <a:xfrm>
            <a:off x="2559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87" name="Google Shape;387;p51"/>
          <p:cNvSpPr txBox="1"/>
          <p:nvPr>
            <p:ph idx="2" type="title"/>
          </p:nvPr>
        </p:nvSpPr>
        <p:spPr>
          <a:xfrm>
            <a:off x="2559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8" name="Google Shape;388;p51"/>
          <p:cNvSpPr txBox="1"/>
          <p:nvPr>
            <p:ph idx="3" type="body"/>
          </p:nvPr>
        </p:nvSpPr>
        <p:spPr>
          <a:xfrm>
            <a:off x="250612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89" name="Google Shape;389;p51"/>
          <p:cNvSpPr txBox="1"/>
          <p:nvPr>
            <p:ph idx="4" type="title"/>
          </p:nvPr>
        </p:nvSpPr>
        <p:spPr>
          <a:xfrm>
            <a:off x="250612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90" name="Google Shape;390;p51"/>
          <p:cNvSpPr txBox="1"/>
          <p:nvPr>
            <p:ph idx="5" type="body"/>
          </p:nvPr>
        </p:nvSpPr>
        <p:spPr>
          <a:xfrm>
            <a:off x="47562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91" name="Google Shape;391;p51"/>
          <p:cNvSpPr txBox="1"/>
          <p:nvPr>
            <p:ph idx="6" type="title"/>
          </p:nvPr>
        </p:nvSpPr>
        <p:spPr>
          <a:xfrm>
            <a:off x="47562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1">
  <p:cSld name="BLANK_1_1_1_1_1_1_1_1_1_1_1_4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2"/>
          <p:cNvSpPr/>
          <p:nvPr/>
        </p:nvSpPr>
        <p:spPr>
          <a:xfrm>
            <a:off x="-75" y="10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2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95" name="Google Shape;395;p52"/>
          <p:cNvSpPr txBox="1"/>
          <p:nvPr>
            <p:ph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96" name="Google Shape;396;p52"/>
          <p:cNvSpPr txBox="1"/>
          <p:nvPr>
            <p:ph idx="2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7" name="Google Shape;397;p52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2">
  <p:cSld name="BLANK_1_1_1_1_1_1_1_1_1_1_1_4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/>
          <p:nvPr/>
        </p:nvSpPr>
        <p:spPr>
          <a:xfrm flipH="1">
            <a:off x="-25" y="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53"/>
          <p:cNvSpPr txBox="1"/>
          <p:nvPr>
            <p:ph type="title"/>
          </p:nvPr>
        </p:nvSpPr>
        <p:spPr>
          <a:xfrm>
            <a:off x="256025" y="213150"/>
            <a:ext cx="60540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1" name="Google Shape;401;p53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02" name="Google Shape;402;p53"/>
          <p:cNvSpPr txBox="1"/>
          <p:nvPr>
            <p:ph idx="2"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3" name="Google Shape;403;p53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ub-section 3">
  <p:cSld name="BLANK_1_1_1_1_1_1_1_1_1_1_1_4_1_1_1">
    <p:bg>
      <p:bgPr>
        <a:solidFill>
          <a:schemeClr val="dk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/>
          <p:nvPr>
            <p:ph type="title"/>
          </p:nvPr>
        </p:nvSpPr>
        <p:spPr>
          <a:xfrm>
            <a:off x="256025" y="213150"/>
            <a:ext cx="55836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6" name="Google Shape;406;p54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54"/>
          <p:cNvSpPr txBox="1"/>
          <p:nvPr>
            <p:ph idx="1" type="body"/>
          </p:nvPr>
        </p:nvSpPr>
        <p:spPr>
          <a:xfrm>
            <a:off x="2559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408" name="Google Shape;408;p54"/>
          <p:cNvSpPr txBox="1"/>
          <p:nvPr>
            <p:ph idx="2" type="body"/>
          </p:nvPr>
        </p:nvSpPr>
        <p:spPr>
          <a:xfrm>
            <a:off x="25061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409" name="Google Shape;409;p54"/>
          <p:cNvSpPr txBox="1"/>
          <p:nvPr>
            <p:ph idx="3" type="body"/>
          </p:nvPr>
        </p:nvSpPr>
        <p:spPr>
          <a:xfrm>
            <a:off x="47563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410" name="Google Shape;410;p54"/>
          <p:cNvSpPr txBox="1"/>
          <p:nvPr>
            <p:ph idx="4" type="subTitle"/>
          </p:nvPr>
        </p:nvSpPr>
        <p:spPr>
          <a:xfrm>
            <a:off x="255975" y="1548360"/>
            <a:ext cx="4131900" cy="2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cxnSp>
        <p:nvCxnSpPr>
          <p:cNvPr id="411" name="Google Shape;411;p54"/>
          <p:cNvCxnSpPr>
            <a:stCxn id="412" idx="2"/>
            <a:endCxn id="413" idx="6"/>
          </p:cNvCxnSpPr>
          <p:nvPr/>
        </p:nvCxnSpPr>
        <p:spPr>
          <a:xfrm>
            <a:off x="7312308" y="609469"/>
            <a:ext cx="1831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54"/>
          <p:cNvSpPr/>
          <p:nvPr/>
        </p:nvSpPr>
        <p:spPr>
          <a:xfrm>
            <a:off x="7925052" y="0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54"/>
          <p:cNvSpPr/>
          <p:nvPr/>
        </p:nvSpPr>
        <p:spPr>
          <a:xfrm>
            <a:off x="7503454" y="189104"/>
            <a:ext cx="840900" cy="84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p54"/>
          <p:cNvSpPr/>
          <p:nvPr/>
        </p:nvSpPr>
        <p:spPr>
          <a:xfrm>
            <a:off x="7312308" y="403669"/>
            <a:ext cx="411600" cy="411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1_1_1_1_1_1_1_1_1_1_3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5"/>
          <p:cNvSpPr txBox="1"/>
          <p:nvPr>
            <p:ph idx="1" type="body"/>
          </p:nvPr>
        </p:nvSpPr>
        <p:spPr>
          <a:xfrm>
            <a:off x="2559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17" name="Google Shape;417;p55"/>
          <p:cNvSpPr txBox="1"/>
          <p:nvPr>
            <p:ph idx="2" type="subTitle"/>
          </p:nvPr>
        </p:nvSpPr>
        <p:spPr>
          <a:xfrm>
            <a:off x="2559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18" name="Google Shape;418;p55"/>
          <p:cNvSpPr/>
          <p:nvPr/>
        </p:nvSpPr>
        <p:spPr>
          <a:xfrm flipH="1" rot="10800000">
            <a:off x="6692400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5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20" name="Google Shape;420;p55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1" name="Google Shape;421;p55"/>
          <p:cNvSpPr txBox="1"/>
          <p:nvPr>
            <p:ph idx="4" type="body"/>
          </p:nvPr>
        </p:nvSpPr>
        <p:spPr>
          <a:xfrm>
            <a:off x="255862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22" name="Google Shape;422;p55"/>
          <p:cNvSpPr txBox="1"/>
          <p:nvPr>
            <p:ph idx="5" type="subTitle"/>
          </p:nvPr>
        </p:nvSpPr>
        <p:spPr>
          <a:xfrm>
            <a:off x="25586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3" name="Google Shape;423;p55"/>
          <p:cNvSpPr txBox="1"/>
          <p:nvPr>
            <p:ph idx="6" type="body"/>
          </p:nvPr>
        </p:nvSpPr>
        <p:spPr>
          <a:xfrm>
            <a:off x="48087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24" name="Google Shape;424;p55"/>
          <p:cNvSpPr txBox="1"/>
          <p:nvPr>
            <p:ph idx="7" type="subTitle"/>
          </p:nvPr>
        </p:nvSpPr>
        <p:spPr>
          <a:xfrm>
            <a:off x="48087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5" name="Google Shape;425;p55"/>
          <p:cNvSpPr txBox="1"/>
          <p:nvPr>
            <p:ph idx="8" type="body"/>
          </p:nvPr>
        </p:nvSpPr>
        <p:spPr>
          <a:xfrm>
            <a:off x="6821675" y="2023213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26" name="Google Shape;426;p55"/>
          <p:cNvSpPr txBox="1"/>
          <p:nvPr>
            <p:ph idx="9" type="subTitle"/>
          </p:nvPr>
        </p:nvSpPr>
        <p:spPr>
          <a:xfrm>
            <a:off x="70589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7" name="Google Shape;427;p55"/>
          <p:cNvSpPr txBox="1"/>
          <p:nvPr>
            <p:ph idx="13" type="subTitle"/>
          </p:nvPr>
        </p:nvSpPr>
        <p:spPr>
          <a:xfrm>
            <a:off x="2559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8" name="Google Shape;428;p55"/>
          <p:cNvSpPr txBox="1"/>
          <p:nvPr>
            <p:ph idx="14" type="subTitle"/>
          </p:nvPr>
        </p:nvSpPr>
        <p:spPr>
          <a:xfrm>
            <a:off x="25586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9" name="Google Shape;429;p55"/>
          <p:cNvSpPr txBox="1"/>
          <p:nvPr>
            <p:ph idx="15" type="subTitle"/>
          </p:nvPr>
        </p:nvSpPr>
        <p:spPr>
          <a:xfrm>
            <a:off x="48087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30" name="Google Shape;430;p55"/>
          <p:cNvSpPr txBox="1"/>
          <p:nvPr>
            <p:ph idx="16" type="subTitle"/>
          </p:nvPr>
        </p:nvSpPr>
        <p:spPr>
          <a:xfrm>
            <a:off x="70589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2 content display">
  <p:cSld name="BLANK_1_1_1_1_1_1_1_1_1_1_1_2_1_4"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6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5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35" name="Google Shape;435;p56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56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56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6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56"/>
          <p:cNvCxnSpPr>
            <a:stCxn id="438" idx="7"/>
            <a:endCxn id="435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6"/>
          <p:cNvCxnSpPr>
            <a:stCxn id="438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6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56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43" name="Google Shape;443;p56"/>
          <p:cNvSpPr txBox="1"/>
          <p:nvPr>
            <p:ph idx="2" type="body"/>
          </p:nvPr>
        </p:nvSpPr>
        <p:spPr>
          <a:xfrm>
            <a:off x="1994150" y="32310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44" name="Google Shape;444;p56"/>
          <p:cNvSpPr/>
          <p:nvPr>
            <p:ph idx="3" type="pic"/>
          </p:nvPr>
        </p:nvSpPr>
        <p:spPr>
          <a:xfrm>
            <a:off x="255950" y="29831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56"/>
          <p:cNvSpPr txBox="1"/>
          <p:nvPr>
            <p:ph idx="4" type="subTitle"/>
          </p:nvPr>
        </p:nvSpPr>
        <p:spPr>
          <a:xfrm>
            <a:off x="1994150" y="29940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6" name="Google Shape;446;p56"/>
          <p:cNvSpPr txBox="1"/>
          <p:nvPr>
            <p:ph idx="5" type="body"/>
          </p:nvPr>
        </p:nvSpPr>
        <p:spPr>
          <a:xfrm>
            <a:off x="6429400" y="32318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47" name="Google Shape;447;p56"/>
          <p:cNvSpPr/>
          <p:nvPr>
            <p:ph idx="6" type="pic"/>
          </p:nvPr>
        </p:nvSpPr>
        <p:spPr>
          <a:xfrm>
            <a:off x="4691200" y="29839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6"/>
          <p:cNvSpPr txBox="1"/>
          <p:nvPr>
            <p:ph idx="7" type="subTitle"/>
          </p:nvPr>
        </p:nvSpPr>
        <p:spPr>
          <a:xfrm>
            <a:off x="6429400" y="29948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9" name="Google Shape;449;p56"/>
          <p:cNvSpPr txBox="1"/>
          <p:nvPr>
            <p:ph idx="8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2_1_3">
    <p:bg>
      <p:bgPr>
        <a:solidFill>
          <a:schemeClr val="dk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7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57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5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54" name="Google Shape;454;p57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7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7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57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57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">
  <p:cSld name="BLANK_1_1_1_1_1_1_1_1_1_1_1_2_1_3_1">
    <p:bg>
      <p:bgPr>
        <a:solidFill>
          <a:schemeClr val="dk2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8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58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64" name="Google Shape;464;p58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58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58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58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58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69" name="Google Shape;469;p58"/>
          <p:cNvSpPr txBox="1"/>
          <p:nvPr>
            <p:ph idx="2" type="body"/>
          </p:nvPr>
        </p:nvSpPr>
        <p:spPr>
          <a:xfrm>
            <a:off x="4441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70" name="Google Shape;470;p58"/>
          <p:cNvSpPr txBox="1"/>
          <p:nvPr>
            <p:ph idx="3" type="body"/>
          </p:nvPr>
        </p:nvSpPr>
        <p:spPr>
          <a:xfrm>
            <a:off x="3370950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71" name="Google Shape;471;p58"/>
          <p:cNvSpPr txBox="1"/>
          <p:nvPr>
            <p:ph idx="4" type="body"/>
          </p:nvPr>
        </p:nvSpPr>
        <p:spPr>
          <a:xfrm>
            <a:off x="62977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72" name="Google Shape;472;p58"/>
          <p:cNvSpPr txBox="1"/>
          <p:nvPr>
            <p:ph idx="5" type="title"/>
          </p:nvPr>
        </p:nvSpPr>
        <p:spPr>
          <a:xfrm>
            <a:off x="44412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73" name="Google Shape;473;p58"/>
          <p:cNvSpPr txBox="1"/>
          <p:nvPr>
            <p:ph idx="6" type="title"/>
          </p:nvPr>
        </p:nvSpPr>
        <p:spPr>
          <a:xfrm>
            <a:off x="3370950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74" name="Google Shape;474;p58"/>
          <p:cNvSpPr txBox="1"/>
          <p:nvPr>
            <p:ph idx="7" type="title"/>
          </p:nvPr>
        </p:nvSpPr>
        <p:spPr>
          <a:xfrm>
            <a:off x="629777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6">
  <p:cSld name="BLANK_1_1_1_1_1_1_1_1_1_1_1_2_1_2_2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77" name="Google Shape;477;p59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78" name="Google Shape;478;p59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59"/>
          <p:cNvSpPr txBox="1"/>
          <p:nvPr>
            <p:ph idx="3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480" name="Google Shape;480;p59"/>
          <p:cNvSpPr txBox="1"/>
          <p:nvPr>
            <p:ph idx="4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1" name="Google Shape;481;p59"/>
          <p:cNvSpPr txBox="1"/>
          <p:nvPr>
            <p:ph idx="5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482" name="Google Shape;482;p59"/>
          <p:cNvSpPr txBox="1"/>
          <p:nvPr>
            <p:ph idx="6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3" name="Google Shape;483;p59"/>
          <p:cNvSpPr txBox="1"/>
          <p:nvPr>
            <p:ph idx="7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484" name="Google Shape;484;p59"/>
          <p:cNvSpPr txBox="1"/>
          <p:nvPr>
            <p:ph idx="8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7">
  <p:cSld name="BLANK_1_1_1_1_1_1_1_1_1_1_1_2_1_2_2_1">
    <p:bg>
      <p:bgPr>
        <a:solidFill>
          <a:schemeClr val="dk2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6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88" name="Google Shape;488;p6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489" name="Google Shape;489;p60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0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60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60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60"/>
          <p:cNvSpPr txBox="1"/>
          <p:nvPr>
            <p:ph idx="2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494" name="Google Shape;494;p60"/>
          <p:cNvSpPr txBox="1"/>
          <p:nvPr>
            <p:ph idx="3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60"/>
          <p:cNvSpPr txBox="1"/>
          <p:nvPr>
            <p:ph idx="4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496" name="Google Shape;496;p60"/>
          <p:cNvSpPr txBox="1"/>
          <p:nvPr>
            <p:ph idx="5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60"/>
          <p:cNvSpPr txBox="1"/>
          <p:nvPr>
            <p:ph idx="6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498" name="Google Shape;498;p60"/>
          <p:cNvSpPr txBox="1"/>
          <p:nvPr>
            <p:ph idx="7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8">
  <p:cSld name="BLANK_1_1_1_1_1_1_1_1_1_1_1_2_1_5">
    <p:bg>
      <p:bgPr>
        <a:solidFill>
          <a:schemeClr val="lt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6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03" name="Google Shape;503;p61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61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61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61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7" name="Google Shape;507;p61"/>
          <p:cNvCxnSpPr>
            <a:stCxn id="506" idx="7"/>
            <a:endCxn id="503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61"/>
          <p:cNvCxnSpPr>
            <a:stCxn id="506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61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11" name="Google Shape;511;p61"/>
          <p:cNvSpPr txBox="1"/>
          <p:nvPr>
            <p:ph idx="2" type="title"/>
          </p:nvPr>
        </p:nvSpPr>
        <p:spPr>
          <a:xfrm>
            <a:off x="112425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2" name="Google Shape;512;p61"/>
          <p:cNvSpPr txBox="1"/>
          <p:nvPr>
            <p:ph idx="3" type="subTitle"/>
          </p:nvPr>
        </p:nvSpPr>
        <p:spPr>
          <a:xfrm>
            <a:off x="459075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61"/>
          <p:cNvSpPr txBox="1"/>
          <p:nvPr>
            <p:ph idx="4" type="title"/>
          </p:nvPr>
        </p:nvSpPr>
        <p:spPr>
          <a:xfrm>
            <a:off x="4718600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4" name="Google Shape;514;p61"/>
          <p:cNvSpPr txBox="1"/>
          <p:nvPr>
            <p:ph idx="5" type="subTitle"/>
          </p:nvPr>
        </p:nvSpPr>
        <p:spPr>
          <a:xfrm>
            <a:off x="5065250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61"/>
          <p:cNvSpPr txBox="1"/>
          <p:nvPr>
            <p:ph idx="6" type="body"/>
          </p:nvPr>
        </p:nvSpPr>
        <p:spPr>
          <a:xfrm>
            <a:off x="6880375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16" name="Google Shape;516;p61"/>
          <p:cNvSpPr txBox="1"/>
          <p:nvPr>
            <p:ph idx="7" type="subTitle"/>
          </p:nvPr>
        </p:nvSpPr>
        <p:spPr>
          <a:xfrm>
            <a:off x="6880375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7" name="Google Shape;517;p61"/>
          <p:cNvSpPr txBox="1"/>
          <p:nvPr>
            <p:ph idx="8" type="subTitle"/>
          </p:nvPr>
        </p:nvSpPr>
        <p:spPr>
          <a:xfrm>
            <a:off x="2274000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8" name="Google Shape;518;p61"/>
          <p:cNvSpPr txBox="1"/>
          <p:nvPr>
            <p:ph idx="9" type="body"/>
          </p:nvPr>
        </p:nvSpPr>
        <p:spPr>
          <a:xfrm>
            <a:off x="2274000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9">
  <p:cSld name="BLANK_1_1_1_1_1_1_1_1_1_1_1_2_1_6">
    <p:bg>
      <p:bgPr>
        <a:solidFill>
          <a:schemeClr val="lt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62"/>
          <p:cNvSpPr txBox="1"/>
          <p:nvPr>
            <p:ph idx="1" type="body"/>
          </p:nvPr>
        </p:nvSpPr>
        <p:spPr>
          <a:xfrm>
            <a:off x="422609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22" name="Google Shape;522;p62"/>
          <p:cNvSpPr txBox="1"/>
          <p:nvPr>
            <p:ph idx="2" type="body"/>
          </p:nvPr>
        </p:nvSpPr>
        <p:spPr>
          <a:xfrm>
            <a:off x="2614838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23" name="Google Shape;523;p62"/>
          <p:cNvSpPr txBox="1"/>
          <p:nvPr>
            <p:ph idx="3" type="body"/>
          </p:nvPr>
        </p:nvSpPr>
        <p:spPr>
          <a:xfrm>
            <a:off x="4785550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24" name="Google Shape;524;p62"/>
          <p:cNvSpPr txBox="1"/>
          <p:nvPr>
            <p:ph idx="4" type="body"/>
          </p:nvPr>
        </p:nvSpPr>
        <p:spPr>
          <a:xfrm>
            <a:off x="6956263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25" name="Google Shape;525;p62"/>
          <p:cNvSpPr txBox="1"/>
          <p:nvPr>
            <p:ph type="title"/>
          </p:nvPr>
        </p:nvSpPr>
        <p:spPr>
          <a:xfrm>
            <a:off x="422609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6" name="Google Shape;526;p62"/>
          <p:cNvSpPr txBox="1"/>
          <p:nvPr>
            <p:ph idx="5" type="title"/>
          </p:nvPr>
        </p:nvSpPr>
        <p:spPr>
          <a:xfrm>
            <a:off x="2614838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7" name="Google Shape;527;p62"/>
          <p:cNvSpPr txBox="1"/>
          <p:nvPr>
            <p:ph idx="6" type="title"/>
          </p:nvPr>
        </p:nvSpPr>
        <p:spPr>
          <a:xfrm>
            <a:off x="4785550" y="3094675"/>
            <a:ext cx="1728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8" name="Google Shape;528;p62"/>
          <p:cNvSpPr txBox="1"/>
          <p:nvPr>
            <p:ph idx="7" type="title"/>
          </p:nvPr>
        </p:nvSpPr>
        <p:spPr>
          <a:xfrm>
            <a:off x="6956263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9" name="Google Shape;529;p62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2"/>
          <p:cNvSpPr txBox="1"/>
          <p:nvPr>
            <p:ph idx="8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31" name="Google Shape;531;p62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62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62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62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5" name="Google Shape;535;p62"/>
          <p:cNvCxnSpPr>
            <a:stCxn id="534" idx="7"/>
            <a:endCxn id="531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62"/>
          <p:cNvCxnSpPr>
            <a:stCxn id="534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62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62"/>
          <p:cNvSpPr txBox="1"/>
          <p:nvPr>
            <p:ph idx="9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 content display">
  <p:cSld name="BLANK_1_1_1_1_1_1_1_1_1_1_1_2_1_2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3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cxnSp>
        <p:nvCxnSpPr>
          <p:cNvPr id="541" name="Google Shape;541;p63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63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43" name="Google Shape;543;p63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44" name="Google Shape;544;p63"/>
          <p:cNvSpPr txBox="1"/>
          <p:nvPr>
            <p:ph idx="3" type="body"/>
          </p:nvPr>
        </p:nvSpPr>
        <p:spPr>
          <a:xfrm>
            <a:off x="3582350" y="3224900"/>
            <a:ext cx="36396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45" name="Google Shape;545;p63"/>
          <p:cNvSpPr txBox="1"/>
          <p:nvPr>
            <p:ph idx="4" type="subTitle"/>
          </p:nvPr>
        </p:nvSpPr>
        <p:spPr>
          <a:xfrm>
            <a:off x="3582350" y="2987900"/>
            <a:ext cx="36396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6" name="Google Shape;546;p63"/>
          <p:cNvSpPr/>
          <p:nvPr>
            <p:ph idx="5" type="pic"/>
          </p:nvPr>
        </p:nvSpPr>
        <p:spPr>
          <a:xfrm>
            <a:off x="256025" y="2987900"/>
            <a:ext cx="31764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63"/>
          <p:cNvSpPr txBox="1"/>
          <p:nvPr>
            <p:ph idx="6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with image">
  <p:cSld name="BLANK_1_1_1_1_1_1_1_1_1_1_1_2_1_2_1_1">
    <p:bg>
      <p:bgPr>
        <a:solidFill>
          <a:schemeClr val="lt1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4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50" name="Google Shape;550;p64"/>
          <p:cNvSpPr/>
          <p:nvPr>
            <p:ph idx="2" type="pic"/>
          </p:nvPr>
        </p:nvSpPr>
        <p:spPr>
          <a:xfrm>
            <a:off x="6565675" y="6375"/>
            <a:ext cx="257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64"/>
          <p:cNvSpPr txBox="1"/>
          <p:nvPr>
            <p:ph idx="1" type="body"/>
          </p:nvPr>
        </p:nvSpPr>
        <p:spPr>
          <a:xfrm>
            <a:off x="256600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52" name="Google Shape;552;p64"/>
          <p:cNvSpPr txBox="1"/>
          <p:nvPr>
            <p:ph idx="3" type="title"/>
          </p:nvPr>
        </p:nvSpPr>
        <p:spPr>
          <a:xfrm>
            <a:off x="256600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3" name="Google Shape;553;p64"/>
          <p:cNvSpPr txBox="1"/>
          <p:nvPr>
            <p:ph idx="4" type="body"/>
          </p:nvPr>
        </p:nvSpPr>
        <p:spPr>
          <a:xfrm>
            <a:off x="256600" y="3630275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54" name="Google Shape;554;p64"/>
          <p:cNvSpPr txBox="1"/>
          <p:nvPr>
            <p:ph idx="5" type="title"/>
          </p:nvPr>
        </p:nvSpPr>
        <p:spPr>
          <a:xfrm>
            <a:off x="256600" y="3341200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5" name="Google Shape;555;p64"/>
          <p:cNvSpPr txBox="1"/>
          <p:nvPr>
            <p:ph idx="6" type="body"/>
          </p:nvPr>
        </p:nvSpPr>
        <p:spPr>
          <a:xfrm>
            <a:off x="2582375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56" name="Google Shape;556;p64"/>
          <p:cNvSpPr txBox="1"/>
          <p:nvPr>
            <p:ph idx="7" type="title"/>
          </p:nvPr>
        </p:nvSpPr>
        <p:spPr>
          <a:xfrm>
            <a:off x="2582375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1_1_1_1_1_1_1_1_2_1_2_1_1_1">
    <p:bg>
      <p:bgPr>
        <a:solidFill>
          <a:schemeClr val="dk2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5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59" name="Google Shape;559;p65"/>
          <p:cNvSpPr/>
          <p:nvPr/>
        </p:nvSpPr>
        <p:spPr>
          <a:xfrm flipH="1" rot="10800000">
            <a:off x="5434850" y="1434600"/>
            <a:ext cx="3709200" cy="3708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65"/>
          <p:cNvSpPr txBox="1"/>
          <p:nvPr>
            <p:ph idx="1" type="body"/>
          </p:nvPr>
        </p:nvSpPr>
        <p:spPr>
          <a:xfrm>
            <a:off x="566475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61" name="Google Shape;561;p65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2" name="Google Shape;562;p65"/>
          <p:cNvSpPr txBox="1"/>
          <p:nvPr>
            <p:ph idx="3" type="body"/>
          </p:nvPr>
        </p:nvSpPr>
        <p:spPr>
          <a:xfrm>
            <a:off x="4937950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63" name="Google Shape;563;p65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4" name="Google Shape;564;p65"/>
          <p:cNvSpPr txBox="1"/>
          <p:nvPr>
            <p:ph idx="5" type="body"/>
          </p:nvPr>
        </p:nvSpPr>
        <p:spPr>
          <a:xfrm>
            <a:off x="4937925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65" name="Google Shape;565;p65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6" name="Google Shape;566;p65"/>
          <p:cNvSpPr txBox="1"/>
          <p:nvPr>
            <p:ph idx="7" type="body"/>
          </p:nvPr>
        </p:nvSpPr>
        <p:spPr>
          <a:xfrm>
            <a:off x="566500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67" name="Google Shape;567;p65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68" name="Google Shape;568;p65"/>
          <p:cNvSpPr txBox="1"/>
          <p:nvPr>
            <p:ph idx="9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1_1_1_1_1_1_1_1_1_1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6"/>
          <p:cNvSpPr/>
          <p:nvPr/>
        </p:nvSpPr>
        <p:spPr>
          <a:xfrm flipH="1" rot="10800000">
            <a:off x="6711875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66"/>
          <p:cNvSpPr txBox="1"/>
          <p:nvPr>
            <p:ph idx="1" type="subTitle"/>
          </p:nvPr>
        </p:nvSpPr>
        <p:spPr>
          <a:xfrm>
            <a:off x="4994475" y="10935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72" name="Google Shape;572;p66"/>
          <p:cNvSpPr txBox="1"/>
          <p:nvPr>
            <p:ph idx="2" type="subTitle"/>
          </p:nvPr>
        </p:nvSpPr>
        <p:spPr>
          <a:xfrm>
            <a:off x="4994475" y="17213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73" name="Google Shape;573;p66"/>
          <p:cNvSpPr txBox="1"/>
          <p:nvPr>
            <p:ph idx="3" type="subTitle"/>
          </p:nvPr>
        </p:nvSpPr>
        <p:spPr>
          <a:xfrm>
            <a:off x="4994475" y="234925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74" name="Google Shape;574;p66"/>
          <p:cNvSpPr txBox="1"/>
          <p:nvPr>
            <p:ph idx="4" type="subTitle"/>
          </p:nvPr>
        </p:nvSpPr>
        <p:spPr>
          <a:xfrm>
            <a:off x="4994475" y="297712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75" name="Google Shape;575;p66"/>
          <p:cNvSpPr txBox="1"/>
          <p:nvPr>
            <p:ph idx="5" type="subTitle"/>
          </p:nvPr>
        </p:nvSpPr>
        <p:spPr>
          <a:xfrm>
            <a:off x="4994475" y="36050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76" name="Google Shape;576;p66"/>
          <p:cNvSpPr txBox="1"/>
          <p:nvPr>
            <p:ph idx="6" type="subTitle"/>
          </p:nvPr>
        </p:nvSpPr>
        <p:spPr>
          <a:xfrm>
            <a:off x="4994475" y="42328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77" name="Google Shape;577;p66"/>
          <p:cNvSpPr/>
          <p:nvPr>
            <p:ph idx="7" type="pic"/>
          </p:nvPr>
        </p:nvSpPr>
        <p:spPr>
          <a:xfrm>
            <a:off x="50" y="1278300"/>
            <a:ext cx="4285500" cy="3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6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79" name="Google Shape;579;p66"/>
          <p:cNvSpPr txBox="1"/>
          <p:nvPr>
            <p:ph idx="8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0" name="Google Shape;580;p66"/>
          <p:cNvSpPr txBox="1"/>
          <p:nvPr>
            <p:ph idx="9" type="subTitle"/>
          </p:nvPr>
        </p:nvSpPr>
        <p:spPr>
          <a:xfrm>
            <a:off x="5343675" y="10935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581" name="Google Shape;581;p66"/>
          <p:cNvSpPr txBox="1"/>
          <p:nvPr>
            <p:ph idx="13" type="subTitle"/>
          </p:nvPr>
        </p:nvSpPr>
        <p:spPr>
          <a:xfrm>
            <a:off x="5343675" y="17213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582" name="Google Shape;582;p66"/>
          <p:cNvSpPr txBox="1"/>
          <p:nvPr>
            <p:ph idx="14" type="subTitle"/>
          </p:nvPr>
        </p:nvSpPr>
        <p:spPr>
          <a:xfrm>
            <a:off x="5343675" y="234925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583" name="Google Shape;583;p66"/>
          <p:cNvSpPr txBox="1"/>
          <p:nvPr>
            <p:ph idx="15" type="subTitle"/>
          </p:nvPr>
        </p:nvSpPr>
        <p:spPr>
          <a:xfrm>
            <a:off x="5343675" y="297712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584" name="Google Shape;584;p66"/>
          <p:cNvSpPr txBox="1"/>
          <p:nvPr>
            <p:ph idx="16" type="subTitle"/>
          </p:nvPr>
        </p:nvSpPr>
        <p:spPr>
          <a:xfrm>
            <a:off x="5343675" y="36050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585" name="Google Shape;585;p66"/>
          <p:cNvSpPr txBox="1"/>
          <p:nvPr>
            <p:ph idx="17" type="subTitle"/>
          </p:nvPr>
        </p:nvSpPr>
        <p:spPr>
          <a:xfrm>
            <a:off x="5343675" y="42328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alt">
  <p:cSld name="BLANK_1_1_1_1_1_1_1_1_1_1_1_1_1_1_1_1_1_1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"/>
          <p:cNvSpPr txBox="1"/>
          <p:nvPr>
            <p:ph idx="1" type="body"/>
          </p:nvPr>
        </p:nvSpPr>
        <p:spPr>
          <a:xfrm>
            <a:off x="256025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88" name="Google Shape;588;p67"/>
          <p:cNvSpPr txBox="1"/>
          <p:nvPr>
            <p:ph idx="2" type="body"/>
          </p:nvPr>
        </p:nvSpPr>
        <p:spPr>
          <a:xfrm>
            <a:off x="3241424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89" name="Google Shape;589;p67"/>
          <p:cNvSpPr txBox="1"/>
          <p:nvPr>
            <p:ph idx="3" type="body"/>
          </p:nvPr>
        </p:nvSpPr>
        <p:spPr>
          <a:xfrm>
            <a:off x="6226798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590" name="Google Shape;590;p67"/>
          <p:cNvSpPr/>
          <p:nvPr>
            <p:ph idx="4" type="pic"/>
          </p:nvPr>
        </p:nvSpPr>
        <p:spPr>
          <a:xfrm>
            <a:off x="2560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67"/>
          <p:cNvSpPr/>
          <p:nvPr>
            <p:ph idx="5" type="pic"/>
          </p:nvPr>
        </p:nvSpPr>
        <p:spPr>
          <a:xfrm>
            <a:off x="32414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67"/>
          <p:cNvSpPr/>
          <p:nvPr>
            <p:ph idx="6" type="pic"/>
          </p:nvPr>
        </p:nvSpPr>
        <p:spPr>
          <a:xfrm>
            <a:off x="6226825" y="1588650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94" name="Google Shape;594;p67"/>
          <p:cNvSpPr txBox="1"/>
          <p:nvPr>
            <p:ph idx="7" type="subTitle"/>
          </p:nvPr>
        </p:nvSpPr>
        <p:spPr>
          <a:xfrm>
            <a:off x="2560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5" name="Google Shape;595;p67"/>
          <p:cNvSpPr txBox="1"/>
          <p:nvPr>
            <p:ph idx="8" type="subTitle"/>
          </p:nvPr>
        </p:nvSpPr>
        <p:spPr>
          <a:xfrm>
            <a:off x="32413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6" name="Google Shape;596;p67"/>
          <p:cNvSpPr txBox="1"/>
          <p:nvPr>
            <p:ph idx="9" type="subTitle"/>
          </p:nvPr>
        </p:nvSpPr>
        <p:spPr>
          <a:xfrm>
            <a:off x="62266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7" name="Google Shape;597;p67"/>
          <p:cNvSpPr txBox="1"/>
          <p:nvPr>
            <p:ph idx="1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BLANK_1_1_1_1_1_1_1_1_1_1_1_1_1_1_1_1_1_1_1_2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8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68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68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2" name="Google Shape;602;p68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3" name="Google Shape;603;p68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04" name="Google Shape;604;p68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05" name="Google Shape;605;p68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06" name="Google Shape;606;p68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07" name="Google Shape;607;p68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08" name="Google Shape;608;p68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09" name="Google Shape;609;p68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10" name="Google Shape;610;p68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1" name="Google Shape;611;p68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12" name="Google Shape;612;p68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- Alt 1">
  <p:cSld name="BLANK_1_1_1_1_1_1_1_1_1_1_1_1_1_1_1_1_1_1_1_2_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9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69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616" name="Google Shape;616;p69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7" name="Google Shape;617;p69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8" name="Google Shape;618;p69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9" name="Google Shape;619;p69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20" name="Google Shape;620;p69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1" name="Google Shape;621;p69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2" name="Google Shape;622;p69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3" name="Google Shape;623;p69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4" name="Google Shape;624;p69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5" name="Google Shape;625;p69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6" name="Google Shape;626;p69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7" name="Google Shape;627;p69"/>
          <p:cNvSpPr txBox="1"/>
          <p:nvPr>
            <p:ph idx="1" type="body"/>
          </p:nvPr>
        </p:nvSpPr>
        <p:spPr>
          <a:xfrm>
            <a:off x="2432125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28" name="Google Shape;628;p69"/>
          <p:cNvSpPr txBox="1"/>
          <p:nvPr>
            <p:ph idx="17" type="body"/>
          </p:nvPr>
        </p:nvSpPr>
        <p:spPr>
          <a:xfrm>
            <a:off x="25602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29" name="Google Shape;629;p69"/>
          <p:cNvSpPr txBox="1"/>
          <p:nvPr>
            <p:ph idx="18" type="body"/>
          </p:nvPr>
        </p:nvSpPr>
        <p:spPr>
          <a:xfrm>
            <a:off x="682167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30" name="Google Shape;630;p69"/>
          <p:cNvSpPr txBox="1"/>
          <p:nvPr>
            <p:ph idx="19" type="body"/>
          </p:nvPr>
        </p:nvSpPr>
        <p:spPr>
          <a:xfrm>
            <a:off x="4629100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631" name="Google Shape;631;p69"/>
          <p:cNvSpPr txBox="1"/>
          <p:nvPr>
            <p:ph idx="20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1_1_1_1_1_1_1_1_1_1_1">
    <p:bg>
      <p:bgPr>
        <a:solidFill>
          <a:schemeClr val="dk2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0"/>
          <p:cNvSpPr/>
          <p:nvPr/>
        </p:nvSpPr>
        <p:spPr>
          <a:xfrm>
            <a:off x="0" y="1182000"/>
            <a:ext cx="1873200" cy="3060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70"/>
          <p:cNvSpPr/>
          <p:nvPr/>
        </p:nvSpPr>
        <p:spPr>
          <a:xfrm>
            <a:off x="0" y="1182000"/>
            <a:ext cx="1873200" cy="187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70"/>
          <p:cNvSpPr/>
          <p:nvPr/>
        </p:nvSpPr>
        <p:spPr>
          <a:xfrm>
            <a:off x="0" y="1182000"/>
            <a:ext cx="1873200" cy="6837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70"/>
          <p:cNvSpPr/>
          <p:nvPr/>
        </p:nvSpPr>
        <p:spPr>
          <a:xfrm>
            <a:off x="0" y="0"/>
            <a:ext cx="1873200" cy="118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70"/>
          <p:cNvSpPr/>
          <p:nvPr/>
        </p:nvSpPr>
        <p:spPr>
          <a:xfrm>
            <a:off x="806250" y="1052675"/>
            <a:ext cx="260700" cy="26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70"/>
          <p:cNvSpPr/>
          <p:nvPr/>
        </p:nvSpPr>
        <p:spPr>
          <a:xfrm>
            <a:off x="0" y="4246550"/>
            <a:ext cx="9144000" cy="901200"/>
          </a:xfrm>
          <a:prstGeom prst="rect">
            <a:avLst/>
          </a:prstGeom>
          <a:gradFill>
            <a:gsLst>
              <a:gs pos="0">
                <a:schemeClr val="dk1"/>
              </a:gs>
              <a:gs pos="72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9" name="Google Shape;639;p70"/>
          <p:cNvCxnSpPr/>
          <p:nvPr/>
        </p:nvCxnSpPr>
        <p:spPr>
          <a:xfrm>
            <a:off x="0" y="42444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70"/>
          <p:cNvCxnSpPr/>
          <p:nvPr/>
        </p:nvCxnSpPr>
        <p:spPr>
          <a:xfrm>
            <a:off x="1873325" y="0"/>
            <a:ext cx="0" cy="42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70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2" name="Google Shape;642;p70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5" name="Google Shape;645;p7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650" name="Google Shape;650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653" name="Google Shape;653;p7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4" name="Google Shape;654;p7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9" name="Google Shape;659;p7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4" name="Google Shape;664;p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5" name="Google Shape;665;p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0" name="Google Shape;670;p8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674" name="Google Shape;674;p8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5" name="Google Shape;675;p8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6" name="Google Shape;676;p8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7" name="Google Shape;677;p8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8" name="Google Shape;678;p8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9" name="Google Shape;679;p8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682" name="Google Shape;682;p8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83" name="Google Shape;683;p8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6" name="Google Shape;686;p8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87" name="Google Shape;687;p8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88" name="Google Shape;688;p8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9" name="Google Shape;689;p8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92" name="Google Shape;692;p8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93" name="Google Shape;693;p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4" name="Google Shape;694;p8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5" name="Google Shape;695;p8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6" name="Google Shape;696;p8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7" name="Google Shape;697;p8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0" name="Google Shape;700;p8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1" name="Google Shape;701;p8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2" name="Google Shape;702;p8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3" name="Google Shape;703;p8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4" name="Google Shape;704;p8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5" name="Google Shape;705;p8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6" name="Google Shape;706;p8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7" name="Google Shape;707;p8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710" name="Google Shape;710;p8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3" name="Google Shape;713;p8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8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8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6" name="Google Shape;716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717" name="Google Shape;717;p8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18" name="Google Shape;718;p8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1" name="Google Shape;721;p8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22" name="Google Shape;722;p8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23" name="Google Shape;723;p8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4" name="Google Shape;724;p8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25" name="Google Shape;725;p8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6" name="Google Shape;726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727" name="Google Shape;727;p8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8" name="Google Shape;728;p8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9" name="Google Shape;729;p8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9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9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6" name="Google Shape;736;p9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7" name="Google Shape;737;p9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8" name="Google Shape;738;p9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9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740" name="Google Shape;740;p9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9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9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45" Type="http://schemas.openxmlformats.org/officeDocument/2006/relationships/theme" Target="../theme/theme2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37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9" name="Google Shape;359;p47"/>
          <p:cNvSpPr txBox="1"/>
          <p:nvPr>
            <p:ph type="title"/>
          </p:nvPr>
        </p:nvSpPr>
        <p:spPr>
          <a:xfrm>
            <a:off x="256025" y="499600"/>
            <a:ext cx="5366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i="1"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idx="2" type="body"/>
          </p:nvPr>
        </p:nvSpPr>
        <p:spPr>
          <a:xfrm>
            <a:off x="4564425" y="2634200"/>
            <a:ext cx="3565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61">
          <p15:clr>
            <a:srgbClr val="E46962"/>
          </p15:clr>
        </p15:guide>
        <p15:guide id="2" pos="5599">
          <p15:clr>
            <a:srgbClr val="E46962"/>
          </p15:clr>
        </p15:guide>
        <p15:guide id="3" orient="horz" pos="161">
          <p15:clr>
            <a:srgbClr val="E46962"/>
          </p15:clr>
        </p15:guide>
        <p15:guide id="4" orient="horz" pos="3079">
          <p15:clr>
            <a:srgbClr val="E46962"/>
          </p15:clr>
        </p15:guide>
        <p15:guide id="5" pos="1463">
          <p15:clr>
            <a:srgbClr val="E46962"/>
          </p15:clr>
        </p15:guide>
        <p15:guide id="6" pos="1532">
          <p15:clr>
            <a:srgbClr val="E46962"/>
          </p15:clr>
        </p15:guide>
        <p15:guide id="7" pos="2845">
          <p15:clr>
            <a:srgbClr val="E46962"/>
          </p15:clr>
        </p15:guide>
        <p15:guide id="8" pos="2916">
          <p15:clr>
            <a:srgbClr val="E46962"/>
          </p15:clr>
        </p15:guide>
        <p15:guide id="9" pos="4228">
          <p15:clr>
            <a:srgbClr val="E46962"/>
          </p15:clr>
        </p15:guide>
        <p15:guide id="10" pos="429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ue sky and fluffy clouds" id="747" name="Google Shape;747;p92"/>
          <p:cNvPicPr preferRelativeResize="0"/>
          <p:nvPr/>
        </p:nvPicPr>
        <p:blipFill rotWithShape="1">
          <a:blip r:embed="rId3">
            <a:alphaModFix/>
          </a:blip>
          <a:srcRect b="-12279" l="22481" r="30409" t="-22802"/>
          <a:stretch/>
        </p:blipFill>
        <p:spPr>
          <a:xfrm rot="-5400000">
            <a:off x="4693500" y="695025"/>
            <a:ext cx="3054300" cy="58467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748" name="Google Shape;748;p92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/>
              <a:t>FORAGE - TATA Data Visualisation</a:t>
            </a:r>
            <a:endParaRPr i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/>
          </a:p>
        </p:txBody>
      </p:sp>
      <p:sp>
        <p:nvSpPr>
          <p:cNvPr id="749" name="Google Shape;749;p92"/>
          <p:cNvSpPr txBox="1"/>
          <p:nvPr>
            <p:ph idx="3" type="title"/>
          </p:nvPr>
        </p:nvSpPr>
        <p:spPr>
          <a:xfrm>
            <a:off x="256050" y="3800525"/>
            <a:ext cx="235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/>
              <a:t>SIVA AANANDHI R</a:t>
            </a:r>
            <a:endParaRPr i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/>
          </a:p>
        </p:txBody>
      </p:sp>
      <p:cxnSp>
        <p:nvCxnSpPr>
          <p:cNvPr id="750" name="Google Shape;750;p92"/>
          <p:cNvCxnSpPr/>
          <p:nvPr/>
        </p:nvCxnSpPr>
        <p:spPr>
          <a:xfrm>
            <a:off x="3297300" y="3618375"/>
            <a:ext cx="5846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92"/>
          <p:cNvSpPr/>
          <p:nvPr/>
        </p:nvSpPr>
        <p:spPr>
          <a:xfrm>
            <a:off x="6093575" y="2093150"/>
            <a:ext cx="3050400" cy="30504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92"/>
          <p:cNvSpPr/>
          <p:nvPr/>
        </p:nvSpPr>
        <p:spPr>
          <a:xfrm flipH="1">
            <a:off x="8338700" y="2810925"/>
            <a:ext cx="1614900" cy="1614900"/>
          </a:xfrm>
          <a:prstGeom prst="arc">
            <a:avLst>
              <a:gd fmla="val 16200000" name="adj1"/>
              <a:gd fmla="val 5413833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93" title="images.jp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9396" r="9396" t="0"/>
          <a:stretch/>
        </p:blipFill>
        <p:spPr>
          <a:xfrm>
            <a:off x="256050" y="1327803"/>
            <a:ext cx="3367500" cy="2487900"/>
          </a:xfrm>
          <a:prstGeom prst="rect">
            <a:avLst/>
          </a:prstGeom>
        </p:spPr>
      </p:pic>
      <p:sp>
        <p:nvSpPr>
          <p:cNvPr id="758" name="Google Shape;758;p93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759" name="Google Shape;759;p93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93"/>
          <p:cNvSpPr txBox="1"/>
          <p:nvPr>
            <p:ph idx="1" type="body"/>
          </p:nvPr>
        </p:nvSpPr>
        <p:spPr>
          <a:xfrm>
            <a:off x="256050" y="4425400"/>
            <a:ext cx="2661300" cy="5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The task is to analyse, </a:t>
            </a: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interpret</a:t>
            </a: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 insights and to display visual diagrams for an </a:t>
            </a: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online retail store data.</a:t>
            </a:r>
            <a:endParaRPr b="1" sz="1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1" name="Google Shape;761;p93"/>
          <p:cNvSpPr txBox="1"/>
          <p:nvPr>
            <p:ph idx="3" type="body"/>
          </p:nvPr>
        </p:nvSpPr>
        <p:spPr>
          <a:xfrm>
            <a:off x="6006123" y="4555750"/>
            <a:ext cx="26613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The dataset was cleaned by removing null values and negative entries.</a:t>
            </a:r>
            <a:endParaRPr b="1" sz="1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2" name="Google Shape;762;p93"/>
          <p:cNvSpPr txBox="1"/>
          <p:nvPr>
            <p:ph idx="7" type="subTitle"/>
          </p:nvPr>
        </p:nvSpPr>
        <p:spPr>
          <a:xfrm>
            <a:off x="256050" y="4038495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TASK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93"/>
          <p:cNvSpPr txBox="1"/>
          <p:nvPr>
            <p:ph idx="9" type="subTitle"/>
          </p:nvPr>
        </p:nvSpPr>
        <p:spPr>
          <a:xfrm>
            <a:off x="6103050" y="4038495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STEPS DONE</a:t>
            </a:r>
            <a:endParaRPr b="1"/>
          </a:p>
        </p:txBody>
      </p:sp>
      <p:pic>
        <p:nvPicPr>
          <p:cNvPr id="764" name="Google Shape;764;p93" title="image3-771x53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425" y="1327799"/>
            <a:ext cx="3598843" cy="24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9" name="Google Shape;769;p94"/>
          <p:cNvCxnSpPr/>
          <p:nvPr/>
        </p:nvCxnSpPr>
        <p:spPr>
          <a:xfrm>
            <a:off x="0" y="1218975"/>
            <a:ext cx="45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94"/>
          <p:cNvSpPr/>
          <p:nvPr/>
        </p:nvSpPr>
        <p:spPr>
          <a:xfrm>
            <a:off x="6067488" y="4276975"/>
            <a:ext cx="1581000" cy="6105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lt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771" name="Google Shape;771;p94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</a:t>
            </a:r>
            <a:endParaRPr/>
          </a:p>
        </p:txBody>
      </p:sp>
      <p:sp>
        <p:nvSpPr>
          <p:cNvPr id="772" name="Google Shape;772;p94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773" name="Google Shape;773;p94"/>
          <p:cNvSpPr txBox="1"/>
          <p:nvPr>
            <p:ph idx="1" type="body"/>
          </p:nvPr>
        </p:nvSpPr>
        <p:spPr>
          <a:xfrm>
            <a:off x="256025" y="1547275"/>
            <a:ext cx="36396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Viewing the time series of the revenue for the year 2011 only</a:t>
            </a:r>
            <a:r>
              <a:rPr b="1" lang="en" sz="11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 For this I have used line chart that shows the each month revenue for the year 2011. This chart might be useful in finding trends and helping predict next year sales.</a:t>
            </a:r>
            <a:endParaRPr b="1" sz="1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4" name="Google Shape;774;p94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/>
              <a:t>2011 REVENUE DATA</a:t>
            </a:r>
            <a:endParaRPr sz="1200"/>
          </a:p>
        </p:txBody>
      </p:sp>
      <p:sp>
        <p:nvSpPr>
          <p:cNvPr id="775" name="Google Shape;775;p94"/>
          <p:cNvSpPr txBox="1"/>
          <p:nvPr/>
        </p:nvSpPr>
        <p:spPr>
          <a:xfrm>
            <a:off x="6405300" y="658425"/>
            <a:ext cx="905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b="1" sz="72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776" name="Google Shape;776;p94" title="Screenshot (4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100" y="1097300"/>
            <a:ext cx="4572001" cy="2904441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94"/>
          <p:cNvSpPr txBox="1"/>
          <p:nvPr/>
        </p:nvSpPr>
        <p:spPr>
          <a:xfrm>
            <a:off x="590475" y="3222175"/>
            <a:ext cx="3305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Key points: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data visualisation diagram used is line chart.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month was alone extracted for the year 2011.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december fall depicts the seasonality affecting sales.</a:t>
            </a:r>
            <a:endParaRPr b="1" sz="11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95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</a:t>
            </a:r>
            <a:endParaRPr/>
          </a:p>
        </p:txBody>
      </p:sp>
      <p:cxnSp>
        <p:nvCxnSpPr>
          <p:cNvPr id="783" name="Google Shape;783;p95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95"/>
          <p:cNvSpPr txBox="1"/>
          <p:nvPr>
            <p:ph idx="1" type="body"/>
          </p:nvPr>
        </p:nvSpPr>
        <p:spPr>
          <a:xfrm>
            <a:off x="414250" y="1323075"/>
            <a:ext cx="36396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b="1" lang="en" sz="1100">
                <a:solidFill>
                  <a:srgbClr val="000000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he top 10 countries which are generating the highest revenue and</a:t>
            </a:r>
            <a:r>
              <a:rPr b="1" lang="en" sz="11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also </a:t>
            </a:r>
            <a:r>
              <a:rPr b="1" lang="en" sz="11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quantity sold.</a:t>
            </a:r>
            <a:endParaRPr b="1" sz="1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85" name="Google Shape;785;p95" title="Screenshot (4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50" y="1791075"/>
            <a:ext cx="5087975" cy="32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95"/>
          <p:cNvSpPr txBox="1"/>
          <p:nvPr/>
        </p:nvSpPr>
        <p:spPr>
          <a:xfrm>
            <a:off x="5976150" y="2045875"/>
            <a:ext cx="3192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Key points: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country UK was excluded from the top 10 countries as per the task’s instruction.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data visualisation diagram used is side by side bar chart.</a:t>
            </a:r>
            <a:endParaRPr b="1" sz="11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96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</a:t>
            </a:r>
            <a:endParaRPr/>
          </a:p>
        </p:txBody>
      </p:sp>
      <p:sp>
        <p:nvSpPr>
          <p:cNvPr id="792" name="Google Shape;792;p96"/>
          <p:cNvSpPr txBox="1"/>
          <p:nvPr>
            <p:ph idx="1" type="body"/>
          </p:nvPr>
        </p:nvSpPr>
        <p:spPr>
          <a:xfrm>
            <a:off x="255975" y="1547275"/>
            <a:ext cx="3639600" cy="55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The task is to display the top 10 customers by revenue.The top 10 customers should be displayed in descending to ascending order.</a:t>
            </a:r>
            <a:endParaRPr b="1" sz="1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93" name="Google Shape;793;p96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4" name="Google Shape;794;p96" title="Screenshot (4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25" y="2218575"/>
            <a:ext cx="5394701" cy="2924922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96"/>
          <p:cNvSpPr txBox="1"/>
          <p:nvPr/>
        </p:nvSpPr>
        <p:spPr>
          <a:xfrm>
            <a:off x="6575850" y="2310150"/>
            <a:ext cx="2456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Key points: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data visualisation diagram used is bar chart.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data was sorted from descending to ascending.</a:t>
            </a:r>
            <a:endParaRPr b="1" sz="11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7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4</a:t>
            </a:r>
            <a:endParaRPr/>
          </a:p>
        </p:txBody>
      </p:sp>
      <p:sp>
        <p:nvSpPr>
          <p:cNvPr id="801" name="Google Shape;801;p97"/>
          <p:cNvSpPr txBox="1"/>
          <p:nvPr>
            <p:ph idx="1" type="body"/>
          </p:nvPr>
        </p:nvSpPr>
        <p:spPr>
          <a:xfrm>
            <a:off x="255975" y="1547275"/>
            <a:ext cx="36396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100">
                <a:latin typeface="Comic Sans MS"/>
                <a:ea typeface="Comic Sans MS"/>
                <a:cs typeface="Comic Sans MS"/>
                <a:sym typeface="Comic Sans MS"/>
              </a:rPr>
              <a:t>The task is to display the countries that have the greatest demand for their products.</a:t>
            </a:r>
            <a:endParaRPr b="1" sz="1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02" name="Google Shape;802;p97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3" name="Google Shape;803;p97" title="Screenshot (4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00" y="2024025"/>
            <a:ext cx="4653074" cy="291565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97"/>
          <p:cNvSpPr txBox="1"/>
          <p:nvPr/>
        </p:nvSpPr>
        <p:spPr>
          <a:xfrm>
            <a:off x="6172200" y="2772425"/>
            <a:ext cx="2996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</a:rPr>
              <a:t>Key points: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data visualisation diagram used is map diagram.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task </a:t>
            </a:r>
            <a:r>
              <a:rPr b="1" lang="en" sz="1100">
                <a:solidFill>
                  <a:schemeClr val="lt2"/>
                </a:solidFill>
              </a:rPr>
              <a:t>instructed</a:t>
            </a:r>
            <a:r>
              <a:rPr b="1" lang="en" sz="1100">
                <a:solidFill>
                  <a:schemeClr val="lt2"/>
                </a:solidFill>
              </a:rPr>
              <a:t> to exclude UK again.</a:t>
            </a:r>
            <a:endParaRPr b="1"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arenR"/>
            </a:pPr>
            <a:r>
              <a:rPr b="1" lang="en" sz="1100">
                <a:solidFill>
                  <a:schemeClr val="lt2"/>
                </a:solidFill>
              </a:rPr>
              <a:t>The European countries showed strong product demand.</a:t>
            </a:r>
            <a:endParaRPr b="1" sz="11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8"/>
          <p:cNvSpPr/>
          <p:nvPr/>
        </p:nvSpPr>
        <p:spPr>
          <a:xfrm>
            <a:off x="255975" y="968633"/>
            <a:ext cx="4260600" cy="190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98"/>
          <p:cNvSpPr/>
          <p:nvPr/>
        </p:nvSpPr>
        <p:spPr>
          <a:xfrm>
            <a:off x="4627437" y="968633"/>
            <a:ext cx="4260600" cy="190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1" name="Google Shape;811;p98"/>
          <p:cNvSpPr/>
          <p:nvPr/>
        </p:nvSpPr>
        <p:spPr>
          <a:xfrm>
            <a:off x="256000" y="2984750"/>
            <a:ext cx="4260600" cy="190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98"/>
          <p:cNvSpPr/>
          <p:nvPr/>
        </p:nvSpPr>
        <p:spPr>
          <a:xfrm>
            <a:off x="4627462" y="2984750"/>
            <a:ext cx="4260600" cy="190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3" name="Google Shape;813;p98"/>
          <p:cNvSpPr txBox="1"/>
          <p:nvPr>
            <p:ph type="title"/>
          </p:nvPr>
        </p:nvSpPr>
        <p:spPr>
          <a:xfrm>
            <a:off x="256025" y="213150"/>
            <a:ext cx="5750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814" name="Google Shape;814;p98"/>
          <p:cNvSpPr txBox="1"/>
          <p:nvPr>
            <p:ph idx="1" type="body"/>
          </p:nvPr>
        </p:nvSpPr>
        <p:spPr>
          <a:xfrm>
            <a:off x="566475" y="1548175"/>
            <a:ext cx="36396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0" marL="228600" rtl="0" algn="l">
              <a:spcBef>
                <a:spcPts val="1000"/>
              </a:spcBef>
              <a:spcAft>
                <a:spcPts val="0"/>
              </a:spcAft>
              <a:buSzPts val="900"/>
              <a:buFont typeface="Montserrat"/>
              <a:buChar char="➛"/>
            </a:pPr>
            <a:r>
              <a:rPr b="1" lang="en"/>
              <a:t>The months with lower revenue should be focused with discount strategies.</a:t>
            </a:r>
            <a:endParaRPr b="1"/>
          </a:p>
          <a:p>
            <a:pPr indent="-193675" lvl="0" marL="228600" rtl="0" algn="l">
              <a:spcBef>
                <a:spcPts val="1100"/>
              </a:spcBef>
              <a:spcAft>
                <a:spcPts val="1100"/>
              </a:spcAft>
              <a:buSzPts val="1400"/>
              <a:buFont typeface="Arial"/>
              <a:buChar char="➛"/>
            </a:pPr>
            <a:r>
              <a:rPr b="1" lang="en"/>
              <a:t>Special personalised tokens  </a:t>
            </a:r>
            <a:r>
              <a:rPr b="1" lang="en"/>
              <a:t>might</a:t>
            </a:r>
            <a:r>
              <a:rPr b="1" lang="en"/>
              <a:t> boost sales too.</a:t>
            </a:r>
            <a:endParaRPr b="1"/>
          </a:p>
        </p:txBody>
      </p:sp>
      <p:sp>
        <p:nvSpPr>
          <p:cNvPr id="815" name="Google Shape;815;p98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TASK 1</a:t>
            </a:r>
            <a:endParaRPr sz="1400"/>
          </a:p>
        </p:txBody>
      </p:sp>
      <p:sp>
        <p:nvSpPr>
          <p:cNvPr id="816" name="Google Shape;816;p98"/>
          <p:cNvSpPr txBox="1"/>
          <p:nvPr>
            <p:ph idx="3" type="body"/>
          </p:nvPr>
        </p:nvSpPr>
        <p:spPr>
          <a:xfrm>
            <a:off x="4937950" y="1548175"/>
            <a:ext cx="3639600" cy="8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0" marL="228600" rtl="0" algn="l">
              <a:spcBef>
                <a:spcPts val="1000"/>
              </a:spcBef>
              <a:spcAft>
                <a:spcPts val="0"/>
              </a:spcAft>
              <a:buSzPts val="900"/>
              <a:buFont typeface="Montserrat"/>
              <a:buChar char="➛"/>
            </a:pPr>
            <a:r>
              <a:rPr b="1" lang="en"/>
              <a:t>The countries with lower sales need exposure about the brand.</a:t>
            </a:r>
            <a:endParaRPr b="1"/>
          </a:p>
          <a:p>
            <a:pPr indent="-193675" lvl="0" marL="228600" rtl="0" algn="l">
              <a:spcBef>
                <a:spcPts val="1100"/>
              </a:spcBef>
              <a:spcAft>
                <a:spcPts val="1100"/>
              </a:spcAft>
              <a:buSzPts val="1400"/>
              <a:buFont typeface="Arial"/>
              <a:buChar char="➛"/>
            </a:pPr>
            <a:r>
              <a:rPr b="1" lang="en"/>
              <a:t>The brand marketing should be </a:t>
            </a:r>
            <a:r>
              <a:rPr b="1" lang="en"/>
              <a:t>widespread</a:t>
            </a:r>
            <a:r>
              <a:rPr b="1" lang="en"/>
              <a:t> in those countries.</a:t>
            </a:r>
            <a:endParaRPr b="1"/>
          </a:p>
        </p:txBody>
      </p:sp>
      <p:sp>
        <p:nvSpPr>
          <p:cNvPr id="817" name="Google Shape;817;p98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TASK 2 </a:t>
            </a:r>
            <a:endParaRPr sz="1400"/>
          </a:p>
        </p:txBody>
      </p:sp>
      <p:sp>
        <p:nvSpPr>
          <p:cNvPr id="818" name="Google Shape;818;p98"/>
          <p:cNvSpPr txBox="1"/>
          <p:nvPr>
            <p:ph idx="5" type="body"/>
          </p:nvPr>
        </p:nvSpPr>
        <p:spPr>
          <a:xfrm>
            <a:off x="4937925" y="3564300"/>
            <a:ext cx="3639600" cy="8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0" marL="228600" rtl="0" algn="l">
              <a:spcBef>
                <a:spcPts val="1000"/>
              </a:spcBef>
              <a:spcAft>
                <a:spcPts val="0"/>
              </a:spcAft>
              <a:buSzPts val="900"/>
              <a:buFont typeface="Montserrat"/>
              <a:buChar char="➛"/>
            </a:pPr>
            <a:r>
              <a:rPr b="1" lang="en"/>
              <a:t>The map diagram shows the countries where the brand name must get visible and popular.</a:t>
            </a:r>
            <a:endParaRPr b="1"/>
          </a:p>
          <a:p>
            <a:pPr indent="-193675" lvl="0" marL="228600" rtl="0" algn="l">
              <a:spcBef>
                <a:spcPts val="1100"/>
              </a:spcBef>
              <a:spcAft>
                <a:spcPts val="1100"/>
              </a:spcAft>
              <a:buSzPts val="1400"/>
              <a:buFont typeface="Arial"/>
              <a:buChar char="➛"/>
            </a:pPr>
            <a:r>
              <a:rPr b="1" lang="en"/>
              <a:t>The global dominance needs more wide marketing strategies.</a:t>
            </a:r>
            <a:endParaRPr b="1"/>
          </a:p>
        </p:txBody>
      </p:sp>
      <p:sp>
        <p:nvSpPr>
          <p:cNvPr id="819" name="Google Shape;819;p98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TASK 4</a:t>
            </a:r>
            <a:endParaRPr sz="1400"/>
          </a:p>
        </p:txBody>
      </p:sp>
      <p:sp>
        <p:nvSpPr>
          <p:cNvPr id="820" name="Google Shape;820;p98"/>
          <p:cNvSpPr txBox="1"/>
          <p:nvPr>
            <p:ph idx="7" type="body"/>
          </p:nvPr>
        </p:nvSpPr>
        <p:spPr>
          <a:xfrm>
            <a:off x="566500" y="3564300"/>
            <a:ext cx="3639600" cy="84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61925" lvl="0" marL="228600" rtl="0" algn="l">
              <a:spcBef>
                <a:spcPts val="1000"/>
              </a:spcBef>
              <a:spcAft>
                <a:spcPts val="0"/>
              </a:spcAft>
              <a:buSzPts val="900"/>
              <a:buFont typeface="Montserrat"/>
              <a:buChar char="➛"/>
            </a:pPr>
            <a:r>
              <a:rPr b="1" lang="en"/>
              <a:t>The customer retention value is important for a brand’s trust value to increase.</a:t>
            </a:r>
            <a:endParaRPr b="1"/>
          </a:p>
          <a:p>
            <a:pPr indent="-193675" lvl="0" marL="228600" rtl="0" algn="l">
              <a:spcBef>
                <a:spcPts val="1100"/>
              </a:spcBef>
              <a:spcAft>
                <a:spcPts val="1100"/>
              </a:spcAft>
              <a:buSzPts val="1400"/>
              <a:buFont typeface="Arial"/>
              <a:buChar char="➛"/>
            </a:pPr>
            <a:r>
              <a:rPr b="1" lang="en"/>
              <a:t>The usual </a:t>
            </a:r>
            <a:r>
              <a:rPr b="1" lang="en"/>
              <a:t>customers</a:t>
            </a:r>
            <a:r>
              <a:rPr b="1" lang="en"/>
              <a:t> might be offered premium offers and special coupons.</a:t>
            </a:r>
            <a:endParaRPr b="1"/>
          </a:p>
        </p:txBody>
      </p:sp>
      <p:sp>
        <p:nvSpPr>
          <p:cNvPr id="821" name="Google Shape;821;p98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TASK 3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99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</p:txBody>
      </p:sp>
      <p:sp>
        <p:nvSpPr>
          <p:cNvPr id="827" name="Google Shape;827;p99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Planning Meeting">
  <a:themeElements>
    <a:clrScheme name="Simple Light">
      <a:dk1>
        <a:srgbClr val="D21117"/>
      </a:dk1>
      <a:lt1>
        <a:srgbClr val="F6EEEB"/>
      </a:lt1>
      <a:dk2>
        <a:srgbClr val="ECECEC"/>
      </a:dk2>
      <a:lt2>
        <a:srgbClr val="353635"/>
      </a:lt2>
      <a:accent1>
        <a:srgbClr val="B9DFFF"/>
      </a:accent1>
      <a:accent2>
        <a:srgbClr val="006CE9"/>
      </a:accent2>
      <a:accent3>
        <a:srgbClr val="FBFAFA"/>
      </a:accent3>
      <a:accent4>
        <a:srgbClr val="686868"/>
      </a:accent4>
      <a:accent5>
        <a:srgbClr val="C5C5C5"/>
      </a:accent5>
      <a:accent6>
        <a:srgbClr val="FFC1C3"/>
      </a:accent6>
      <a:hlink>
        <a:srgbClr val="006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